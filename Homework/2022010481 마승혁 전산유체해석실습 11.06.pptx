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48" r:id="rId2"/>
  </p:sldMasterIdLst>
  <p:notesMasterIdLst>
    <p:notesMasterId r:id="rId8"/>
  </p:notesMasterIdLst>
  <p:handoutMasterIdLst>
    <p:handoutMasterId r:id="rId9"/>
  </p:handoutMasterIdLst>
  <p:sldIdLst>
    <p:sldId id="256" r:id="rId3"/>
    <p:sldId id="257" r:id="rId4"/>
    <p:sldId id="264" r:id="rId5"/>
    <p:sldId id="265" r:id="rId6"/>
    <p:sldId id="263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51F03E1-64C9-63D1-BAFE-D1B8DC2AB6FF}" v="448" dt="2025-10-01T06:20:50.66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napToObjects="1">
      <p:cViewPr varScale="1">
        <p:scale>
          <a:sx n="110" d="100"/>
          <a:sy n="110" d="100"/>
        </p:scale>
        <p:origin x="63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79" d="100"/>
          <a:sy n="79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handoutMaster" Target="handoutMasters/handoutMaster1.xml"/><Relationship Id="rId14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9214C1-2863-45BA-A7C5-D5EA3C3D4C30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3020B9-F693-4639-BB27-7B1AD87C61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64276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563C85-90F6-445D-9B5B-8ABB00FB3043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B16B34-ED2F-4269-81E8-097D50C902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08175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16B34-ED2F-4269-81E8-097D50C90279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64566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64712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26598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76575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74817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50797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49173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0467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34778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25984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05760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01148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2C5CBB-AD39-14F0-FCF8-620D75460B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6F40716-B376-732E-B2DA-EBECFD18A8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25F51AB-B047-B32D-3E01-3525C2727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867FC-7512-428F-9714-004E33894BE8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B52C9DB-E112-5B48-2324-5FFF3983A4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9C8818F-271B-95EC-DD0D-7AF528ECC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35969-5AFF-433D-8C11-EC33A3D906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28007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ED09F3-42FA-4000-BA19-9FDED2BD3142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04946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1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B22973C-F9AB-B74A-FA31-43D1CDB3FF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2EB83B2-69A4-8156-C283-653C81E056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C787A8C-AC60-050F-DB49-724379CBC4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9867FC-7512-428F-9714-004E33894BE8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A9CB38B-20E8-DF0E-1E87-69226CA687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2567267-4DE4-EE9E-E0AD-CB1704C02D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D35969-5AFF-433D-8C11-EC33A3D906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6721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ctrTitle"/>
          </p:nvPr>
        </p:nvSpPr>
        <p:spPr>
          <a:xfrm>
            <a:off x="1524000" y="1487170"/>
            <a:ext cx="9144635" cy="1388745"/>
          </a:xfrm>
          <a:prstGeom prst="rect">
            <a:avLst/>
          </a:prstGeom>
        </p:spPr>
        <p:txBody>
          <a:bodyPr vert="horz" wrap="square" lIns="91440" tIns="45720" rIns="91440" bIns="45720" numCol="1" anchor="b">
            <a:normAutofit/>
          </a:bodyPr>
          <a:lstStyle/>
          <a:p>
            <a:pPr marL="0" indent="0">
              <a:buFontTx/>
              <a:buNone/>
            </a:pPr>
            <a:r>
              <a:rPr lang="ko-KR" altLang="en-US" sz="4800"/>
              <a:t>전산유체해석실습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355"/>
            <a:ext cx="9144635" cy="1656080"/>
          </a:xfrm>
        </p:spPr>
        <p:txBody>
          <a:bodyPr vert="horz" wrap="square" lIns="91440" tIns="45720" rIns="91440" bIns="45720" numCol="1" anchor="t">
            <a:normAutofit fontScale="92500" lnSpcReduction="10000"/>
          </a:bodyPr>
          <a:lstStyle/>
          <a:p>
            <a:pPr marL="0" indent="0">
              <a:buFontTx/>
              <a:buNone/>
            </a:pPr>
            <a:r>
              <a:rPr lang="ko-KR" altLang="en-US"/>
              <a:t>레포트</a:t>
            </a:r>
          </a:p>
          <a:p>
            <a:pPr marL="0" indent="0">
              <a:buFontTx/>
              <a:buNone/>
            </a:pPr>
            <a:endParaRPr lang="ko-KR" altLang="en-US"/>
          </a:p>
          <a:p>
            <a:pPr marL="0" indent="0">
              <a:buFontTx/>
              <a:buNone/>
            </a:pPr>
            <a:endParaRPr lang="ko-KR" altLang="en-US"/>
          </a:p>
          <a:p>
            <a:pPr marL="0" indent="0">
              <a:buFontTx/>
              <a:buNone/>
            </a:pPr>
            <a:r>
              <a:rPr lang="ko-KR" altLang="en-US"/>
              <a:t>2022010481 마승혁</a:t>
            </a:r>
          </a:p>
        </p:txBody>
      </p:sp>
    </p:spTree>
    <p:extLst>
      <p:ext uri="{BB962C8B-B14F-4D97-AF65-F5344CB8AC3E}">
        <p14:creationId xmlns:p14="http://schemas.microsoft.com/office/powerpoint/2010/main" val="9220316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6235" cy="1326515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normAutofit/>
          </a:bodyPr>
          <a:lstStyle/>
          <a:p>
            <a:r>
              <a:rPr lang="en-US" altLang="ko-KR" dirty="0"/>
              <a:t>Cylinder</a:t>
            </a:r>
            <a:br>
              <a:rPr lang="en-US" altLang="ko-KR" dirty="0"/>
            </a:br>
            <a:endParaRPr lang="ko-KR" altLang="en-US" sz="2400" dirty="0">
              <a:ea typeface="맑은 고딕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6AAC484-6E9B-9CF3-7BED-B035A9BA27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4001294"/>
            <a:ext cx="4156303" cy="2175594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A2BDF7E-C104-2A11-8DBB-4F1D8D8BD6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7497" y="3992168"/>
            <a:ext cx="4156303" cy="218479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E5AD585-74A9-33C4-5AE2-CFE7A05E76B0}"/>
              </a:ext>
            </a:extLst>
          </p:cNvPr>
          <p:cNvSpPr txBox="1"/>
          <p:nvPr/>
        </p:nvSpPr>
        <p:spPr>
          <a:xfrm>
            <a:off x="837566" y="1691640"/>
            <a:ext cx="1051687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SU2</a:t>
            </a:r>
            <a:r>
              <a:rPr lang="ko-KR" altLang="en-US" dirty="0"/>
              <a:t>에서 제공하는 실린더 매시가 아닌 따로 생성한 매시로 진행하였고 </a:t>
            </a:r>
            <a:r>
              <a:rPr lang="en-US" altLang="ko-KR" dirty="0"/>
              <a:t>Max Time</a:t>
            </a:r>
            <a:r>
              <a:rPr lang="ko-KR" altLang="en-US" dirty="0"/>
              <a:t>을 증가시켜 기존보다 오래 변화를 확인했다</a:t>
            </a:r>
            <a:r>
              <a:rPr lang="en-US" altLang="ko-KR" dirty="0"/>
              <a:t>. </a:t>
            </a:r>
            <a:r>
              <a:rPr lang="ko-KR" altLang="en-US" dirty="0"/>
              <a:t>초반에는 실린더 전방에 높은 압력이 발생하였으나 시간이 지나면서 후류에서 </a:t>
            </a:r>
            <a:r>
              <a:rPr lang="ko-KR" altLang="en-US" dirty="0" err="1"/>
              <a:t>비대칭적인</a:t>
            </a:r>
            <a:r>
              <a:rPr lang="ko-KR" altLang="en-US" dirty="0"/>
              <a:t> 압력분포가 나타났다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유체는 점성효과로 인해 경계층이 보였고 임계점에서 유동 박리가 발생하였다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D3B4E1-CCE7-914D-B694-3210CB2E0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2D6266-33FE-3ABC-ED34-C3030F7E776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6235" cy="1326515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normAutofit/>
          </a:bodyPr>
          <a:lstStyle/>
          <a:p>
            <a:r>
              <a:rPr lang="en-US" altLang="ko-KR" dirty="0"/>
              <a:t>NACA0012</a:t>
            </a:r>
            <a:br>
              <a:rPr lang="en-US" altLang="ko-KR" dirty="0"/>
            </a:br>
            <a:endParaRPr lang="ko-KR" altLang="en-US" sz="2400" dirty="0">
              <a:ea typeface="맑은 고딕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1969C78-E827-4B5A-B1B9-CDF570E10643}"/>
              </a:ext>
            </a:extLst>
          </p:cNvPr>
          <p:cNvSpPr txBox="1"/>
          <p:nvPr/>
        </p:nvSpPr>
        <p:spPr>
          <a:xfrm>
            <a:off x="837566" y="1691640"/>
            <a:ext cx="105168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에어포일</a:t>
            </a:r>
            <a:r>
              <a:rPr lang="ko-KR" altLang="en-US" dirty="0"/>
              <a:t> 상부에는 저압</a:t>
            </a:r>
            <a:r>
              <a:rPr lang="en-US" altLang="ko-KR" dirty="0"/>
              <a:t>, </a:t>
            </a:r>
            <a:r>
              <a:rPr lang="ko-KR" altLang="en-US" dirty="0"/>
              <a:t>하부에는 상대적인 고압 영역이 나타나 양력이 발생했다</a:t>
            </a:r>
            <a:r>
              <a:rPr lang="en-US" altLang="ko-KR" dirty="0"/>
              <a:t>. </a:t>
            </a:r>
            <a:r>
              <a:rPr lang="ko-KR" altLang="en-US" dirty="0"/>
              <a:t>시간이 지나며 후류 영역에서 주기적인 유동변화가 나타났다</a:t>
            </a:r>
            <a:r>
              <a:rPr lang="en-US" altLang="ko-KR" dirty="0"/>
              <a:t>. 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시간이 지나면서 압력 분포가 비대칭적으로 변하여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후류 영역에서 주기적인 유동 변화가 나타났다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1871E33-7B2D-24CB-E87C-AD5D8F73D6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997187"/>
            <a:ext cx="4156303" cy="2179775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B7B01C54-3E1B-9800-9DD4-D217B88A38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7497" y="4001004"/>
            <a:ext cx="4156303" cy="2175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8938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112C79-3912-D098-F2E7-C3B7904D39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CF97FED7-AD90-AC37-1313-1F971D8FDAC3}"/>
              </a:ext>
            </a:extLst>
          </p:cNvPr>
          <p:cNvSpPr txBox="1"/>
          <p:nvPr/>
        </p:nvSpPr>
        <p:spPr>
          <a:xfrm>
            <a:off x="224287" y="640695"/>
            <a:ext cx="1164549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직접 생성한 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NACA0012 </a:t>
            </a:r>
            <a:r>
              <a:rPr lang="ko-KR" altLang="en-US" dirty="0" err="1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에어포일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매시를 이용하여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, 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시간에 따라 변하는 받음각에 주위 유동의 변화를 관찰하기 위해 수행하였다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.</a:t>
            </a:r>
            <a:b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</a:b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초기 설정에서는 받음각이 변하더라도 유동의 뚜렷한 변화가 나타나지 않았지만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공력특성조건을 추가한 이후에는 비정상 유동의 변화를 확인할 수 있었다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.</a:t>
            </a:r>
          </a:p>
          <a:p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해석 결과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, </a:t>
            </a:r>
            <a:r>
              <a:rPr lang="ko-KR" altLang="en-US" dirty="0" err="1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에어포일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주위에서 압력 분포와 속도 분포가 시간에 따라 변동하는 양상이 나타났으며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, 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특히 후류 영역에서 유동의 교란과 와류 현상이 관찰되었다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.</a:t>
            </a:r>
            <a:b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</a:b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이러한 현상은 </a:t>
            </a:r>
            <a:r>
              <a:rPr lang="ko-KR" altLang="en-US" dirty="0" err="1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받음각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변화에 따른 전형적인 형태로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, 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시간에 따른 압력 변화와 속도 분포의 불안정성을 반영한다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. 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하지만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생성된 메시의 품질 한계로 인해 유동의 변화가 다소 불규칙하게 나타났으며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, 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경계층과 후류의 형태가 완전히 매끄럽지 못한 부분이 존재하였다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.</a:t>
            </a:r>
            <a:b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</a:b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이는 매시의 해상도와 형상 품질의 영향을 받은 것으로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, 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보다 정밀한 유동 패턴을 얻기 위해서는 격자 품질 향상 및 재생성이 필요함을 확인할 수 있었다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.</a:t>
            </a:r>
          </a:p>
          <a:p>
            <a:endParaRPr lang="ko-KR" altLang="en-US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D425CB0-D65A-D5D8-8261-9323CF9204A7}"/>
              </a:ext>
            </a:extLst>
          </p:cNvPr>
          <p:cNvSpPr txBox="1"/>
          <p:nvPr/>
        </p:nvSpPr>
        <p:spPr>
          <a:xfrm>
            <a:off x="224287" y="126521"/>
            <a:ext cx="48652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Generated_naca0012</a:t>
            </a:r>
            <a:endParaRPr lang="ko-KR" altLang="en-US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82DBEC3-2D43-1F9F-4DDB-40525945DA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287" y="4662335"/>
            <a:ext cx="3048000" cy="1901675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E2395648-F5D8-0194-9E28-8D5D952C5C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0777" y="4662335"/>
            <a:ext cx="3413197" cy="1901675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7B440CF3-50C5-48E4-82D9-74EE58BA6D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2463" y="4662335"/>
            <a:ext cx="3647319" cy="1901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52522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>
            <a:off x="847090" y="2766060"/>
            <a:ext cx="10516235" cy="1326515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normAutofit/>
          </a:bodyPr>
          <a:lstStyle/>
          <a:p>
            <a:pPr marL="0" indent="0" algn="ctr" rtl="0"/>
            <a:r>
              <a:rPr lang="ko-KR" altLang="en-US"/>
              <a:t>감사합니다.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Pages>8</Pages>
  <Words>216</Words>
  <Characters>0</Characters>
  <Application>Microsoft Office PowerPoint</Application>
  <DocSecurity>0</DocSecurity>
  <PresentationFormat>와이드스크린</PresentationFormat>
  <Lines>0</Lines>
  <Paragraphs>15</Paragraphs>
  <Slides>5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5</vt:i4>
      </vt:variant>
    </vt:vector>
  </HeadingPairs>
  <TitlesOfParts>
    <vt:vector size="10" baseType="lpstr">
      <vt:lpstr>나눔스퀘어 네오 Bold</vt:lpstr>
      <vt:lpstr>맑은 고딕</vt:lpstr>
      <vt:lpstr>Arial</vt:lpstr>
      <vt:lpstr>Office 테마</vt:lpstr>
      <vt:lpstr>Office 테마</vt:lpstr>
      <vt:lpstr>전산유체해석실습</vt:lpstr>
      <vt:lpstr>Cylinder </vt:lpstr>
      <vt:lpstr>NACA0012 </vt:lpstr>
      <vt:lpstr>PowerPoint 프레젠테이션</vt:lpstr>
      <vt:lpstr>감사합니다.</vt:lpstr>
    </vt:vector>
  </TitlesOfParts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msh816954</dc:creator>
  <cp:lastModifiedBy>마승혁</cp:lastModifiedBy>
  <cp:revision>147</cp:revision>
  <dcterms:modified xsi:type="dcterms:W3CDTF">2025-11-12T10:44:00Z</dcterms:modified>
  <cp:version>10.105.280.55985</cp:version>
</cp:coreProperties>
</file>